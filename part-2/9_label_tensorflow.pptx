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Kanit Light" panose="020B0604020202020204" charset="-34"/>
      <p:regular r:id="rId13"/>
    </p:embeddedFont>
    <p:embeddedFont>
      <p:font typeface="Martel San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92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Building a Machine Learning Workflow with Label Studio &amp; TensorFlow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comprehensive guide to creating an efficient, scalable ML workflow that combines powerful annotation tools with world-class deep learning frameworks.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6159"/>
            <a:ext cx="110650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Why Combine Label Studio and TensorFlow?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18567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8224" y="30530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Label Studio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543419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Open-source, flexible data labeling platform supporting images, text, audio, and video with customizable annotation interfaces.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818567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1396" y="30530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TensorFlow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543419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Powerful, Python-centric deep learning framework offering robust tools for model training, deployment, and inference at scale.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818567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30530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Synergy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543419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Together they streamline the entire pipeline: data annotation, model training, and automated labeling in one seamless workflow.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84751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integration accelerates your path from raw data to production-ready AI models while maintaining high quality through human-in-the-loop verification.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928" y="571381"/>
            <a:ext cx="8379857" cy="50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Step 1: Set Up Label Studio for Data Annotation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28" y="1504236"/>
            <a:ext cx="5719856" cy="5719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20702" y="1504236"/>
            <a:ext cx="162163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520702" y="1757005"/>
            <a:ext cx="6549390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520702" y="1883807"/>
            <a:ext cx="2028349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Install &amp; Configure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520702" y="2299573"/>
            <a:ext cx="6549390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Deploy Label Studio via self-hosted instance or managed cloud service based on your security and scalability needs.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20702" y="3102531"/>
            <a:ext cx="162163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520702" y="3355300"/>
            <a:ext cx="6549390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20702" y="3482102"/>
            <a:ext cx="2028349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Create Custom Project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20702" y="3897868"/>
            <a:ext cx="6549390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Design labeling interfaces tailored to your specific data type—whether bounding boxes for images or entities for text.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520702" y="4700826"/>
            <a:ext cx="162163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20702" y="4953595"/>
            <a:ext cx="6549390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520702" y="5080397"/>
            <a:ext cx="2028349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Import Raw Data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520702" y="5496163"/>
            <a:ext cx="6549390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Upload images, text documents, audio files, or video for annotation by your team.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520702" y="6039564"/>
            <a:ext cx="162163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520702" y="6292334"/>
            <a:ext cx="6549390" cy="22860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520702" y="6419136"/>
            <a:ext cx="2028349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Manage Quality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7520702" y="6834902"/>
            <a:ext cx="6549390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Collaborate with annotators, implement review workflows, and ensure consistent, high-quality labels.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8273" y="752237"/>
            <a:ext cx="7740253" cy="125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Step 2: Export Labeled Data for Model Training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188273" y="2306241"/>
            <a:ext cx="3769876" cy="2485311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165413" y="2306241"/>
            <a:ext cx="91440" cy="2485311"/>
          </a:xfrm>
          <a:prstGeom prst="roundRect">
            <a:avLst>
              <a:gd name="adj" fmla="val 9212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80215" y="2529602"/>
            <a:ext cx="2597587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Flexible Export Formats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480215" y="2963228"/>
            <a:ext cx="3254573" cy="1604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Export annotations in TensorFlow-compatible formats including JSON, CSV, COCO, YOLO, and custom schemas that fit your pipeline requirements.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158651" y="2306241"/>
            <a:ext cx="3769876" cy="2485311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135791" y="2306241"/>
            <a:ext cx="91440" cy="2485311"/>
          </a:xfrm>
          <a:prstGeom prst="roundRect">
            <a:avLst>
              <a:gd name="adj" fmla="val 9212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450592" y="2529602"/>
            <a:ext cx="2506980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Automated Extraction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450592" y="2963228"/>
            <a:ext cx="3254573" cy="1604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Leverage Label Studio's API or Python SDK to programmatically extract labeled data, enabling seamless integration with your training scripts.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188273" y="4992053"/>
            <a:ext cx="3769876" cy="2485311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165413" y="4992053"/>
            <a:ext cx="91440" cy="2485311"/>
          </a:xfrm>
          <a:prstGeom prst="roundRect">
            <a:avLst>
              <a:gd name="adj" fmla="val 92123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80215" y="5215414"/>
            <a:ext cx="2506980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Version Control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480215" y="5649039"/>
            <a:ext cx="3254573" cy="1604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 annotation iterations and dataset improvements over time, ensuring reproducibility and the ability to compare model performance across versions.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1246" y="830699"/>
            <a:ext cx="7581781" cy="60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Step 3: Train Your TensorFlow Model</a:t>
            </a:r>
            <a:endParaRPr lang="en-US" sz="3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246" y="1722477"/>
            <a:ext cx="964049" cy="14191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8058" y="1915239"/>
            <a:ext cx="241018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Load Data Pipeline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318058" y="2332077"/>
            <a:ext cx="663749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Integrate labeled data into TensorFlow's tf.data API for efficient batching and preprocessing.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1246" y="3141583"/>
            <a:ext cx="964049" cy="14191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8058" y="3334345"/>
            <a:ext cx="241423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Prototype &amp; Fine-Tune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8058" y="3751183"/>
            <a:ext cx="663749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Rapidly experiment with architectures using TensorFlow's extensive model zoo and transfer learning capabilities.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1246" y="4560689"/>
            <a:ext cx="964049" cy="14191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18058" y="4753451"/>
            <a:ext cx="241018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Scale Training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7318058" y="5170289"/>
            <a:ext cx="663749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Leverage distributed training and data parallelism for efficient processing of large datasets.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1246" y="5979795"/>
            <a:ext cx="964049" cy="141910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18058" y="6172557"/>
            <a:ext cx="241018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Save Models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7318058" y="6589395"/>
            <a:ext cx="663749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Export trained models in SavedModel or TFLite formats for deployment and future retraining cycles.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350" y="926902"/>
            <a:ext cx="12836723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Step 4: Integrate TensorFlow Model Back into Label Studio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7350" y="2063710"/>
            <a:ext cx="3031688" cy="37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Deploy ML Backend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707350" y="2644616"/>
            <a:ext cx="4990505" cy="97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Connect your trained TensorFlow model as a machine learning backend within Label Studio, enabling intelligent prediction-assisted annotation.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7350" y="3816787"/>
            <a:ext cx="3031688" cy="37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Auto-Labeling Magic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707350" y="4397693"/>
            <a:ext cx="4990505" cy="97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Model predictions automatically pre-label new incoming data, dramatically accelerating annotation speed and reducing manual effort.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7350" y="5569863"/>
            <a:ext cx="3031688" cy="37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Human-in-the-Loop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707350" y="6150769"/>
            <a:ext cx="4990505" cy="97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Confidence scores flag uncertain predictions for expert human review, ensuring quality while maintaining efficiency.</a:t>
            </a:r>
            <a:endParaRPr lang="en-US" sz="15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325" y="1955387"/>
            <a:ext cx="5729903" cy="57299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6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Step 5: Continuous Learning &amp; Active Learning Workflow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42607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Iterative Retraining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1189"/>
            <a:ext cx="3785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Continuously retrain TensorFlow models with newly verified human annotations to improve accuracy.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1411" y="4605814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3034427"/>
            <a:ext cx="29765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Smart Sample Selection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524845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Active learning algorithms identify difficult or ambiguous samples that provide maximum learning value.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0307" y="3654743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4869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Efficiency Gains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977414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Reduce manual labeling workload by 60-80% while steadily improving model performance with each cycle.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4533" y="6380917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2048"/>
            <a:ext cx="90257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Benefits of This Integrated Workflow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04455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782503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Accelerated Development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627251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Semi-automated labeling cuts dataset creation time significantly, getting you to production faster.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304455"/>
            <a:ext cx="219456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782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Superior Quality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272921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Expert human review ensures training data accuracy while machine learning handles routine cases.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304455"/>
            <a:ext cx="2194560" cy="21945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782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Scalable Pipeline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272921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Repeatable, automated workflow scales from prototype to enterprise deployment seamlessly.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304455"/>
            <a:ext cx="2194560" cy="21945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782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Maximum Flexibility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272921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Adapts to diverse data types, annotation schemas, and project requirements with minimal reconfiguration.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426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875" y="3102293"/>
            <a:ext cx="5085398" cy="635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Real-World Use Cases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1875" y="4042886"/>
            <a:ext cx="4266605" cy="3627120"/>
          </a:xfrm>
          <a:prstGeom prst="roundRect">
            <a:avLst>
              <a:gd name="adj" fmla="val 235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22853" y="4253865"/>
            <a:ext cx="610195" cy="610195"/>
          </a:xfrm>
          <a:prstGeom prst="roundRect">
            <a:avLst>
              <a:gd name="adj" fmla="val 1498387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0613" y="4421624"/>
            <a:ext cx="274558" cy="2745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2853" y="5067419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Computer Vision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22853" y="5507355"/>
            <a:ext cx="3844647" cy="1626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Object detection projects using bounding boxes labeled in Label Studio, then trained with TensorFlow's object detection API for autonomous vehicles, retail analytics, and security systems.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181838" y="4042886"/>
            <a:ext cx="4266605" cy="3627120"/>
          </a:xfrm>
          <a:prstGeom prst="roundRect">
            <a:avLst>
              <a:gd name="adj" fmla="val 235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392817" y="4253865"/>
            <a:ext cx="610195" cy="610195"/>
          </a:xfrm>
          <a:prstGeom prst="roundRect">
            <a:avLst>
              <a:gd name="adj" fmla="val 1498387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0576" y="4421624"/>
            <a:ext cx="274558" cy="2745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92817" y="5067419"/>
            <a:ext cx="3246120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Natural Language Processing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5392817" y="5507355"/>
            <a:ext cx="3844647" cy="1951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Text classification and named entity recognition datasets annotated efficiently with model-assisted labeling, powering sentiment analysis, content moderation, and information extraction.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9651802" y="4042886"/>
            <a:ext cx="4266605" cy="3627120"/>
          </a:xfrm>
          <a:prstGeom prst="roundRect">
            <a:avLst>
              <a:gd name="adj" fmla="val 235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9862780" y="4253865"/>
            <a:ext cx="610195" cy="610195"/>
          </a:xfrm>
          <a:prstGeom prst="roundRect">
            <a:avLst>
              <a:gd name="adj" fmla="val 14983875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30539" y="4421624"/>
            <a:ext cx="274558" cy="27455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62780" y="5067419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Audio &amp; Speech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9862780" y="5507355"/>
            <a:ext cx="3844647" cy="1626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Speech recognition datasets transcribed and refined through iterative retraining, enabling voice assistants, call center automation, and accessibility solutions.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316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8779" y="3251835"/>
            <a:ext cx="5063252" cy="632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Get Started Today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8779" y="4492228"/>
            <a:ext cx="4269224" cy="2465308"/>
          </a:xfrm>
          <a:prstGeom prst="roundRect">
            <a:avLst>
              <a:gd name="adj" fmla="val 44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08779" y="4469368"/>
            <a:ext cx="4269224" cy="91440"/>
          </a:xfrm>
          <a:prstGeom prst="roundRect">
            <a:avLst>
              <a:gd name="adj" fmla="val 93028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539544" y="4188500"/>
            <a:ext cx="607576" cy="607576"/>
          </a:xfrm>
          <a:prstGeom prst="roundRect">
            <a:avLst>
              <a:gd name="adj" fmla="val 15050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21828" y="4340423"/>
            <a:ext cx="243007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34164" y="4998482"/>
            <a:ext cx="2531626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Explore Label Studio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34164" y="5436275"/>
            <a:ext cx="3818453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Visit </a:t>
            </a:r>
            <a:r>
              <a:rPr lang="en-US" sz="15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labelstud.io/guide/ml</a:t>
            </a: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for comprehensive documentation, tutorials, and best practices for data annotation.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180528" y="4492228"/>
            <a:ext cx="4269224" cy="2465308"/>
          </a:xfrm>
          <a:prstGeom prst="roundRect">
            <a:avLst>
              <a:gd name="adj" fmla="val 44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180528" y="4469368"/>
            <a:ext cx="4269224" cy="91440"/>
          </a:xfrm>
          <a:prstGeom prst="roundRect">
            <a:avLst>
              <a:gd name="adj" fmla="val 93028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011293" y="4188500"/>
            <a:ext cx="607576" cy="607576"/>
          </a:xfrm>
          <a:prstGeom prst="roundRect">
            <a:avLst>
              <a:gd name="adj" fmla="val 15050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93578" y="4340423"/>
            <a:ext cx="243007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405914" y="4998482"/>
            <a:ext cx="2531626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Master TensorFlow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5405914" y="5436275"/>
            <a:ext cx="3818453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Leverage the extensive ecosystem at </a:t>
            </a:r>
            <a:r>
              <a:rPr lang="en-US" sz="15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tensorflow.org</a:t>
            </a: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for model development, training optimization, and deployment guides.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652278" y="4492228"/>
            <a:ext cx="4269224" cy="2465308"/>
          </a:xfrm>
          <a:prstGeom prst="roundRect">
            <a:avLst>
              <a:gd name="adj" fmla="val 445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652278" y="4469368"/>
            <a:ext cx="4269224" cy="91440"/>
          </a:xfrm>
          <a:prstGeom prst="roundRect">
            <a:avLst>
              <a:gd name="adj" fmla="val 93028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1483042" y="4188500"/>
            <a:ext cx="607576" cy="607576"/>
          </a:xfrm>
          <a:prstGeom prst="roundRect">
            <a:avLst>
              <a:gd name="adj" fmla="val 150500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665327" y="4340423"/>
            <a:ext cx="243007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877663" y="4998482"/>
            <a:ext cx="2531626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Build Your Pipeline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9877663" y="5436275"/>
            <a:ext cx="3818453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Combine human expertise with intelligent automation to create faster, smarter AI solutions that scale with your business needs.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708779" y="7185303"/>
            <a:ext cx="13212842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Ready to transform your ML workflow?</a:t>
            </a: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Start building today and experience the power of integrated annotation and training pipelines.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761</Words>
  <Application>Microsoft Office PowerPoint</Application>
  <PresentationFormat>Custom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Martel Sans</vt:lpstr>
      <vt:lpstr>Kanit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</cp:lastModifiedBy>
  <cp:revision>2</cp:revision>
  <dcterms:created xsi:type="dcterms:W3CDTF">2025-12-16T17:35:13Z</dcterms:created>
  <dcterms:modified xsi:type="dcterms:W3CDTF">2025-12-16T23:27:53Z</dcterms:modified>
</cp:coreProperties>
</file>