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01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Introduction to Unsupervised Learning in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Discover how machines learn to find hidden patterns and structures in data without human guidance, unlocking insights from the vast ocean of unlabeled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2610"/>
            <a:ext cx="79779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Unsupervised Learning?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562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Unsupervised learning is a powerful type of machine learning where models learn from unlabeled data without explicit human guidance. The algorithm discovers hidden patterns, structures, or natural groupings on its own.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4130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Unlike supervised learning, there are no predefined labels or output categories—the model explores the data landscape independently, revealing insights that might otherwise remain hidden.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136702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242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714" y="3324106"/>
            <a:ext cx="9041487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Supervised vs. Unsupervised Learning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62714" y="4331970"/>
            <a:ext cx="6443543" cy="3297793"/>
          </a:xfrm>
          <a:prstGeom prst="roundRect">
            <a:avLst>
              <a:gd name="adj" fmla="val 27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88219" y="4557474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Supervised Learning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88219" y="5028724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Learns from labeled input-output pairs with clear answers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88219" y="5508188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Requires human-annotated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219" y="5933123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 Images tagged as "cat" or "dog"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219" y="6358057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learns to predict specific outcomes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24142" y="4331970"/>
            <a:ext cx="6443543" cy="3297793"/>
          </a:xfrm>
          <a:prstGeom prst="roundRect">
            <a:avLst>
              <a:gd name="adj" fmla="val 27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49647" y="4557474"/>
            <a:ext cx="275415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Unsupervised Learning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49647" y="5028724"/>
            <a:ext cx="5992535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Works with raw data to find patterns without predefined answers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49647" y="5856923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labels or guidance needed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49647" y="6281857"/>
            <a:ext cx="5992535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 Grouping animals by features without knowing species names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649647" y="7055525"/>
            <a:ext cx="5992535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discovers structure independently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978"/>
            <a:ext cx="99980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Does Unsupervised Learning Work?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37385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Collect Data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561874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Gather unlabeled, raw data such as weather measurements, customer transactions, or sensor readings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37385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Apply Algorithms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56187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computational methods to detect similarities, differences, or associations within the data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77395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60114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Organize Patterns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50188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structures data into clusters, rules, or reduced dimensions automatically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77395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60114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Extract Insights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50188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Humans interpret the discovered groupings or patterns to gain actionable insights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510" y="545306"/>
            <a:ext cx="7759779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Main Types of Unsupervised Learning Methods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8510" y="2374344"/>
            <a:ext cx="3781068" cy="3040499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78510" y="2351484"/>
            <a:ext cx="3781068" cy="91440"/>
          </a:xfrm>
          <a:prstGeom prst="roundRect">
            <a:avLst>
              <a:gd name="adj" fmla="val 9083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0" y="2077760"/>
            <a:ext cx="593169" cy="593169"/>
          </a:xfrm>
          <a:prstGeom prst="roundRect">
            <a:avLst>
              <a:gd name="adj" fmla="val 15415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50279" y="2225993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99014" y="2868692"/>
            <a:ext cx="247197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Clustering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99014" y="3296245"/>
            <a:ext cx="3340060" cy="18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Groups data points by similarity using algorithms like K-Means, Hierarchical clustering, and DBSCAN. Perfect for customer segmentation and pattern discovery.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7222" y="2374344"/>
            <a:ext cx="3781068" cy="3040499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157222" y="2351484"/>
            <a:ext cx="3781068" cy="91440"/>
          </a:xfrm>
          <a:prstGeom prst="roundRect">
            <a:avLst>
              <a:gd name="adj" fmla="val 9083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751112" y="2077760"/>
            <a:ext cx="593169" cy="593169"/>
          </a:xfrm>
          <a:prstGeom prst="roundRect">
            <a:avLst>
              <a:gd name="adj" fmla="val 15415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928991" y="2225993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377726" y="2868692"/>
            <a:ext cx="2825472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Association Rule Learning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377726" y="3296245"/>
            <a:ext cx="3340060" cy="158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Finds interesting relationships between variables in large datasets. Commonly used in market basket analysis and recommendation systems.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178510" y="5909072"/>
            <a:ext cx="7759779" cy="1775103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78510" y="5886212"/>
            <a:ext cx="7759779" cy="91440"/>
          </a:xfrm>
          <a:prstGeom prst="roundRect">
            <a:avLst>
              <a:gd name="adj" fmla="val 9083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761815" y="5612487"/>
            <a:ext cx="593169" cy="593169"/>
          </a:xfrm>
          <a:prstGeom prst="roundRect">
            <a:avLst>
              <a:gd name="adj" fmla="val 15415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939695" y="5760720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399014" y="6403419"/>
            <a:ext cx="279654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Dimensionality Reduction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399014" y="6830973"/>
            <a:ext cx="7318772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Simplifies complex data by reducing features while preserving essential structure. Techniques like PCA enable visualization and faster processing.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644"/>
            <a:ext cx="882550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Clustering: Discovering Natural Groups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25" y="1787485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5624" y="1761292"/>
            <a:ext cx="3154085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Example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895624" y="2365772"/>
            <a:ext cx="700635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segmentation for targeted marketing campaigns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895624" y="3050203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11020" y="2938582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K-Means Clustering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211020" y="3477458"/>
            <a:ext cx="6690955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Partitions data into K distinct groups based on feature similarity and centroid distance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895624" y="4682311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11020" y="4570690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Hierarchical Clustering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211020" y="5109567"/>
            <a:ext cx="6690955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Builds nested groups in a tree-like structure, revealing relationships at multiple levels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895624" y="6314420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11020" y="6202799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DBSCAN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211020" y="6741676"/>
            <a:ext cx="6690955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clusters in dense regions while effectively ignoring outliers and noise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6759"/>
            <a:ext cx="6481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Association Rule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536263"/>
            <a:ext cx="73550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Finding Hidden Relationships in Data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6280190" y="2443401"/>
            <a:ext cx="7556421" cy="2229803"/>
          </a:xfrm>
          <a:prstGeom prst="roundRect">
            <a:avLst>
              <a:gd name="adj" fmla="val 6561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49710" y="2443401"/>
            <a:ext cx="121920" cy="2229803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28924" y="2700695"/>
            <a:ext cx="2854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Basket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8924" y="319111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"90% of customers who buy bread also buy butter"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628924" y="3690104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insight drives strategic product placement and promotional bundling in retail environments.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00017"/>
            <a:ext cx="7556421" cy="2592705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49710" y="4900017"/>
            <a:ext cx="121920" cy="2592705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28924" y="5157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Apriori Algorithm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8924" y="5647730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frequent itemsets and generates powerful "if-then" association rules from transaction data.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628924" y="650962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Retailers use these patterns to optimize store layouts and increase cross-selling opportunities.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623" y="608052"/>
            <a:ext cx="4861679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Dimensionality Reduction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1623" y="1213961"/>
            <a:ext cx="391787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Simplifying Complex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1623" y="2056209"/>
            <a:ext cx="7196137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Dimensionality reduction transforms high-dimensional data into fewer dimensions while preserving the most important structural information.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23" y="2821067"/>
            <a:ext cx="171807" cy="1718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1623" y="3068717"/>
            <a:ext cx="7196137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1623" y="3200281"/>
            <a:ext cx="340506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Principal Component Analysis (PCA)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01623" y="3640693"/>
            <a:ext cx="7196137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Transforms thousands of features into a handful of key components that capture maximum variance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23" y="4512826"/>
            <a:ext cx="171807" cy="1718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1623" y="4760476"/>
            <a:ext cx="7196137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1623" y="4892040"/>
            <a:ext cx="214895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Visualization Benefits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01623" y="5332452"/>
            <a:ext cx="719613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Enables visualization of complex datasets in 2D or 3D space for human interpretation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623" y="5929551"/>
            <a:ext cx="171807" cy="1718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1623" y="6177201"/>
            <a:ext cx="7196137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01623" y="6308765"/>
            <a:ext cx="214895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Boost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01623" y="6749177"/>
            <a:ext cx="7196137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Dramatically speeds up machine learning algorithms and reduces computational requirements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4623" y="1705039"/>
            <a:ext cx="5224154" cy="5224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566" y="778312"/>
            <a:ext cx="4044196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Applications</a:t>
            </a:r>
            <a:endParaRPr lang="en-US" sz="2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566" y="1475542"/>
            <a:ext cx="452199" cy="4521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7566" y="211609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Fraud Detection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27566" y="2441972"/>
            <a:ext cx="808886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unusual transaction patterns and suspicious activity by detecting anomalous clusters that deviate from normal behavior.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566" y="3225641"/>
            <a:ext cx="452199" cy="4521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7566" y="386619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Image Recognition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527566" y="4192072"/>
            <a:ext cx="80888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Groups similar images without labels, enabling automatic photo organization and content-based search systems.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566" y="4734639"/>
            <a:ext cx="452199" cy="4521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7566" y="5375196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Analytics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27566" y="5701070"/>
            <a:ext cx="80888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Analyzes behavior patterns to deliver personalized recommendations and tailored user experiences.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566" y="6243638"/>
            <a:ext cx="452199" cy="4521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7566" y="6884194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Anomaly Detection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527566" y="7210068"/>
            <a:ext cx="80888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Spots irregularities in network security, manufacturing processes, and system monitoring applications.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6479" y="777835"/>
            <a:ext cx="7304365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Future of Unsupervised Learning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96501" y="1880473"/>
            <a:ext cx="180023" cy="1055132"/>
          </a:xfrm>
          <a:prstGeom prst="roundRect">
            <a:avLst>
              <a:gd name="adj" fmla="val 420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16479" y="1762244"/>
            <a:ext cx="540068" cy="540068"/>
          </a:xfrm>
          <a:prstGeom prst="roundRect">
            <a:avLst>
              <a:gd name="adj" fmla="val 846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1496" y="1897261"/>
            <a:ext cx="270034" cy="2700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36569" y="1790462"/>
            <a:ext cx="276213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Massive Unlabeled Datasets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836569" y="2179677"/>
            <a:ext cx="7163753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Growing importance as the volume of unlabeled data continues to explode across industries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566535" y="3385780"/>
            <a:ext cx="180023" cy="1055132"/>
          </a:xfrm>
          <a:prstGeom prst="roundRect">
            <a:avLst>
              <a:gd name="adj" fmla="val 420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386513" y="3267551"/>
            <a:ext cx="540068" cy="540068"/>
          </a:xfrm>
          <a:prstGeom prst="roundRect">
            <a:avLst>
              <a:gd name="adj" fmla="val 846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1529" y="3402568"/>
            <a:ext cx="270034" cy="270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06603" y="3295769"/>
            <a:ext cx="232671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Generative AI Advances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106603" y="3684984"/>
            <a:ext cx="6893719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Breakthroughs in generative models and self-supervised learning are pushing boundaries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36569" y="4891088"/>
            <a:ext cx="180023" cy="1055132"/>
          </a:xfrm>
          <a:prstGeom prst="roundRect">
            <a:avLst>
              <a:gd name="adj" fmla="val 420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656546" y="4772858"/>
            <a:ext cx="540068" cy="540068"/>
          </a:xfrm>
          <a:prstGeom prst="roundRect">
            <a:avLst>
              <a:gd name="adj" fmla="val 846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1563" y="4907875"/>
            <a:ext cx="270034" cy="2700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76636" y="4801076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Unlocking Insights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376636" y="5190292"/>
            <a:ext cx="6623685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for discovering patterns where manual labeling is prohibitively costly or impossible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106603" y="6396395"/>
            <a:ext cx="180023" cy="1055132"/>
          </a:xfrm>
          <a:prstGeom prst="roundRect">
            <a:avLst>
              <a:gd name="adj" fmla="val 420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926580" y="6278166"/>
            <a:ext cx="540068" cy="540068"/>
          </a:xfrm>
          <a:prstGeom prst="roundRect">
            <a:avLst>
              <a:gd name="adj" fmla="val 8465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61597" y="6413183"/>
            <a:ext cx="270034" cy="2700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46670" y="6306383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Human-Like Learning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646670" y="6695599"/>
            <a:ext cx="6353651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Empowering AI systems to learn more naturally by discovering patterns independently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</cp:lastModifiedBy>
  <cp:revision>2</cp:revision>
  <dcterms:created xsi:type="dcterms:W3CDTF">2025-12-16T16:29:48Z</dcterms:created>
  <dcterms:modified xsi:type="dcterms:W3CDTF">2025-12-16T23:28:35Z</dcterms:modified>
</cp:coreProperties>
</file>