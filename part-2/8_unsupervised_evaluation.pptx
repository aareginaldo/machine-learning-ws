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847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802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793790" y="32699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Evaluating Unsupervised Machine Learning Metrics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502765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comprehensive guide to assessing model performance when ground truth is unavailable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376" y="1020842"/>
            <a:ext cx="12246888" cy="646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Challenge of Evaluation in Unsupervised Learning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4376" y="2184916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Core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4376" y="2715220"/>
            <a:ext cx="6338292" cy="1324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Unlike supervised learning, unsupervised models operate without labeled data to validate their outputs. This creates a fundamental challenge: </a:t>
            </a:r>
            <a:r>
              <a:rPr lang="en-US" sz="16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how do we measure success when we don't know what "correct" looks like?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4376" y="4226362"/>
            <a:ext cx="6338292" cy="99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Models discover hidden patterns, group similar data points, and create representations—but without ground truth, evaluation becomes an art as much as a science.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352" y="2210753"/>
            <a:ext cx="22860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4376" y="5639038"/>
            <a:ext cx="4255889" cy="1569601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54167" y="5868829"/>
            <a:ext cx="2685097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Ground Truth Labels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54167" y="6316385"/>
            <a:ext cx="3796308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Cannot directly compare results to known correct answers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87196" y="5639038"/>
            <a:ext cx="4255889" cy="1569601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16987" y="5868829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Pattern Discovery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16987" y="6316385"/>
            <a:ext cx="3796308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Models autonomously identify structure without supervision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650016" y="5639038"/>
            <a:ext cx="4255889" cy="1569601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879806" y="5868829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Meaningful Validation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879806" y="6316385"/>
            <a:ext cx="3796308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Must determine if discovered patterns have real-world significance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358" y="784503"/>
            <a:ext cx="7234476" cy="68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Approaches to Evaluation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2358" y="1915478"/>
            <a:ext cx="13085683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Three fundamental methodologies enable us to assess unsupervised learning quality, each with distinct advantages and use cases.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2358" y="2870002"/>
            <a:ext cx="4214813" cy="4574977"/>
          </a:xfrm>
          <a:prstGeom prst="roundRect">
            <a:avLst>
              <a:gd name="adj" fmla="val 219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601" y="3098244"/>
            <a:ext cx="661987" cy="661988"/>
          </a:xfrm>
          <a:prstGeom prst="roundRect">
            <a:avLst>
              <a:gd name="adj" fmla="val 1381157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2648" y="3280172"/>
            <a:ext cx="297894" cy="2978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0601" y="3980855"/>
            <a:ext cx="275867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Internal Metrics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000601" y="4458057"/>
            <a:ext cx="3758327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Leverage only the data itself to assess cluster quality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0601" y="5296733"/>
            <a:ext cx="3758327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Measure cohesion within clusters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0601" y="6080165"/>
            <a:ext cx="3758327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Evaluate separation between clusters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00601" y="6863596"/>
            <a:ext cx="3758327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external labels required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207794" y="2870002"/>
            <a:ext cx="4214813" cy="4574977"/>
          </a:xfrm>
          <a:prstGeom prst="roundRect">
            <a:avLst>
              <a:gd name="adj" fmla="val 219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36037" y="3098244"/>
            <a:ext cx="661987" cy="661988"/>
          </a:xfrm>
          <a:prstGeom prst="roundRect">
            <a:avLst>
              <a:gd name="adj" fmla="val 1381157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8083" y="3280172"/>
            <a:ext cx="297894" cy="2978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36037" y="3980855"/>
            <a:ext cx="275867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External Metrics</a:t>
            </a:r>
            <a:endParaRPr lang="en-US" sz="2150" dirty="0"/>
          </a:p>
        </p:txBody>
      </p:sp>
      <p:sp>
        <p:nvSpPr>
          <p:cNvPr id="16" name="Text 12"/>
          <p:cNvSpPr/>
          <p:nvPr/>
        </p:nvSpPr>
        <p:spPr>
          <a:xfrm>
            <a:off x="5436037" y="4458057"/>
            <a:ext cx="3758327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Compare results against ground truth when available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5436037" y="5296733"/>
            <a:ext cx="3758327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Requires labeled validation data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5436037" y="5727025"/>
            <a:ext cx="3758327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Provides direct accuracy measures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5436037" y="6510457"/>
            <a:ext cx="3758327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Rare in pure unsupervised contexts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9643229" y="2870002"/>
            <a:ext cx="4214813" cy="4574977"/>
          </a:xfrm>
          <a:prstGeom prst="roundRect">
            <a:avLst>
              <a:gd name="adj" fmla="val 219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871472" y="3098244"/>
            <a:ext cx="661987" cy="661988"/>
          </a:xfrm>
          <a:prstGeom prst="roundRect">
            <a:avLst>
              <a:gd name="adj" fmla="val 1381157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3518" y="3280172"/>
            <a:ext cx="297894" cy="29789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71472" y="3980855"/>
            <a:ext cx="275867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Proxy Tasks</a:t>
            </a:r>
            <a:endParaRPr lang="en-US" sz="2150" dirty="0"/>
          </a:p>
        </p:txBody>
      </p:sp>
      <p:sp>
        <p:nvSpPr>
          <p:cNvPr id="24" name="Text 19"/>
          <p:cNvSpPr/>
          <p:nvPr/>
        </p:nvSpPr>
        <p:spPr>
          <a:xfrm>
            <a:off x="9871472" y="4458057"/>
            <a:ext cx="3758327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Test learned representations on downstream applications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9871472" y="5296733"/>
            <a:ext cx="3758327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Apply features to supervised tasks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9871472" y="6080165"/>
            <a:ext cx="3758327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Judge quality by performance gains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9871472" y="6863596"/>
            <a:ext cx="3758327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Real-world validation approach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388" y="496253"/>
            <a:ext cx="8320326" cy="563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Silhouette Coefficient: Intuition &amp; Formula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1388" y="1510903"/>
            <a:ext cx="2509480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Understanding the Metric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31388" y="1973104"/>
            <a:ext cx="7844552" cy="57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Silhouette Coefficient measures how well each data point fits within its assigned cluster by comparing intra-cluster cohesion to inter-cluster separation.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1388" y="2712601"/>
            <a:ext cx="7844552" cy="86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Interpretation: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Values range from -1 to +1, where positive values indicate good cluster assignment, values near 0 suggest borderline cases, and negative values indicate likely misclassification.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1388" y="3781306"/>
            <a:ext cx="7844552" cy="1668185"/>
          </a:xfrm>
          <a:prstGeom prst="roundRect">
            <a:avLst>
              <a:gd name="adj" fmla="val 4542"/>
            </a:avLst>
          </a:prstGeom>
          <a:solidFill>
            <a:srgbClr val="CFE2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68" y="4031694"/>
            <a:ext cx="225504" cy="1803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7652" y="4006691"/>
            <a:ext cx="7077908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Formula:</a:t>
            </a: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SC = (b - a) / max(a, b)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17652" y="4457581"/>
            <a:ext cx="7077908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where </a:t>
            </a:r>
            <a:r>
              <a:rPr lang="en-US" sz="1400" i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= average distance to same-cluster points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17652" y="4908471"/>
            <a:ext cx="7077908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and </a:t>
            </a:r>
            <a:r>
              <a:rPr lang="en-US" sz="1400" i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= average distance to nearest other cluster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661" y="1360607"/>
            <a:ext cx="3775243" cy="37752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1388" y="5945386"/>
            <a:ext cx="3172778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-1</a:t>
            </a:r>
            <a:endParaRPr lang="en-US" sz="4650" dirty="0"/>
          </a:p>
        </p:txBody>
      </p:sp>
      <p:sp>
        <p:nvSpPr>
          <p:cNvPr id="13" name="Text 9"/>
          <p:cNvSpPr/>
          <p:nvPr/>
        </p:nvSpPr>
        <p:spPr>
          <a:xfrm>
            <a:off x="1090255" y="6766084"/>
            <a:ext cx="2255044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Poor Clustering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631388" y="7156133"/>
            <a:ext cx="3172778" cy="57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Point likely assigned to wrong cluster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029670" y="5945386"/>
            <a:ext cx="3172778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</a:t>
            </a:r>
            <a:endParaRPr lang="en-US" sz="4650" dirty="0"/>
          </a:p>
        </p:txBody>
      </p:sp>
      <p:sp>
        <p:nvSpPr>
          <p:cNvPr id="16" name="Text 12"/>
          <p:cNvSpPr/>
          <p:nvPr/>
        </p:nvSpPr>
        <p:spPr>
          <a:xfrm>
            <a:off x="4488537" y="6766084"/>
            <a:ext cx="2255044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Borderline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4029670" y="7156133"/>
            <a:ext cx="3172778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Point sits between clusters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427952" y="5945386"/>
            <a:ext cx="3172778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+1</a:t>
            </a:r>
            <a:endParaRPr lang="en-US" sz="4650" dirty="0"/>
          </a:p>
        </p:txBody>
      </p:sp>
      <p:sp>
        <p:nvSpPr>
          <p:cNvPr id="19" name="Text 15"/>
          <p:cNvSpPr/>
          <p:nvPr/>
        </p:nvSpPr>
        <p:spPr>
          <a:xfrm>
            <a:off x="7886819" y="6766084"/>
            <a:ext cx="2255044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Excellent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7427952" y="7156133"/>
            <a:ext cx="3172778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Point perfectly matches its cluster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826234" y="5945386"/>
            <a:ext cx="3172778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0.78</a:t>
            </a:r>
            <a:endParaRPr lang="en-US" sz="4650" dirty="0"/>
          </a:p>
        </p:txBody>
      </p:sp>
      <p:sp>
        <p:nvSpPr>
          <p:cNvPr id="22" name="Text 18"/>
          <p:cNvSpPr/>
          <p:nvPr/>
        </p:nvSpPr>
        <p:spPr>
          <a:xfrm>
            <a:off x="11285101" y="6766084"/>
            <a:ext cx="2255044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Example: Point A</a:t>
            </a:r>
            <a:endParaRPr lang="en-US" sz="1750" dirty="0"/>
          </a:p>
        </p:txBody>
      </p:sp>
      <p:sp>
        <p:nvSpPr>
          <p:cNvPr id="23" name="Text 19"/>
          <p:cNvSpPr/>
          <p:nvPr/>
        </p:nvSpPr>
        <p:spPr>
          <a:xfrm>
            <a:off x="10826234" y="7156133"/>
            <a:ext cx="3172778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Strong cluster membership detected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35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932" y="2605564"/>
            <a:ext cx="9213771" cy="533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Calinski-Harabasz Index: Cluster Separation Ratio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597932" y="3395782"/>
            <a:ext cx="13434536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Calinski-Harabasz Index evaluates clustering quality by measuring the </a:t>
            </a: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ratio of between-cluster dispersion to within-cluster dispersion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This variance-based approach rewards tight, well-separated clusters.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7932" y="4134683"/>
            <a:ext cx="170855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7932" y="4402098"/>
            <a:ext cx="6631781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7932" y="4533186"/>
            <a:ext cx="3370421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Calculate Between-Cluster Variance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97932" y="4902637"/>
            <a:ext cx="6631781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Measure how spread out cluster centers are from the global centroid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00568" y="4134683"/>
            <a:ext cx="170855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0568" y="4402098"/>
            <a:ext cx="6631900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00568" y="4533186"/>
            <a:ext cx="3159323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Calculate Within-Cluster Variance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400568" y="4902637"/>
            <a:ext cx="6631900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Measure how tightly points cluster around their respective centers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7932" y="5474970"/>
            <a:ext cx="170855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7932" y="5742384"/>
            <a:ext cx="6631781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7932" y="5873472"/>
            <a:ext cx="2135743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Compute the Ratio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97932" y="6242923"/>
            <a:ext cx="6631781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 = Between-cluster variance / Within-cluster variance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00568" y="5474970"/>
            <a:ext cx="170855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00568" y="5742384"/>
            <a:ext cx="6631900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00568" y="5873472"/>
            <a:ext cx="2135743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Interpret Results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400568" y="6242923"/>
            <a:ext cx="6631900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Higher values indicate denser, better-separated clusters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54154" y="7028736"/>
            <a:ext cx="13178314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 Interpretation: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 CH score of 1.5 suggests relatively good cluster separation, with between-cluster distances moderately exceeding within-cluster compactness.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7932" y="6836569"/>
            <a:ext cx="22860" cy="931069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009" y="506016"/>
            <a:ext cx="9726811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Davies-Bouldin Index: Average Cluster Similarity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09" y="1564005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7643" y="1541026"/>
            <a:ext cx="2300168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Lower is Better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7643" y="2012513"/>
            <a:ext cx="7136249" cy="588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Unlike most metrics, the Davies-Bouldin Index uses an </a:t>
            </a: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inverse scale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—lower values indicate superior clustering with minimal overlap between groups.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7643" y="2767013"/>
            <a:ext cx="7136249" cy="883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metric assesses the average similarity between each cluster and its most similar neighbor, penalizing configurations where clusters are too close together or internally scattered.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9" y="4263866"/>
            <a:ext cx="6671191" cy="736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7961" y="5183862"/>
            <a:ext cx="3104078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Measure Intra-Cluster Distance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27961" y="5581769"/>
            <a:ext cx="6303288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Calculate average distance of points within each cluster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263866"/>
            <a:ext cx="6671191" cy="7360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9152" y="5183862"/>
            <a:ext cx="3109079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Measure Inter-Cluster Distance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7499152" y="5581769"/>
            <a:ext cx="6303288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Find distances between cluster centroids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009" y="6060162"/>
            <a:ext cx="6671191" cy="7360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7961" y="6980158"/>
            <a:ext cx="2300168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Compute Ratios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27961" y="7378065"/>
            <a:ext cx="6303288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Divide intra-cluster by inter-cluster distances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6060162"/>
            <a:ext cx="6671191" cy="7360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99152" y="6980158"/>
            <a:ext cx="2300168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Average Similarity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7499152" y="7378065"/>
            <a:ext cx="6303288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Zero is ideal; closer to zero means better separation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807" y="556141"/>
            <a:ext cx="9919097" cy="48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Elbow Method &amp; WCSS: Finding Optimal Cluster Count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7807" y="1358265"/>
            <a:ext cx="13534787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One of the most practical challenges in clustering is determining the optimal number of clusters </a:t>
            </a:r>
            <a:r>
              <a:rPr lang="en-US" sz="12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</a:t>
            </a: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The Elbow Method provides an intuitive, visual approach to this problem.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7807" y="1941314"/>
            <a:ext cx="3290530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Within-Cluster Sum of Squares (WCSS)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7807" y="2342198"/>
            <a:ext cx="6576536" cy="7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WCSS measures the total squared distance of all points to their assigned cluster centroid. As we increase </a:t>
            </a:r>
            <a:r>
              <a:rPr lang="en-US" sz="12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</a:t>
            </a: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WCSS naturally decreases—but at what point do additional clusters stop providing meaningful improvement?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7807" y="3269813"/>
            <a:ext cx="6576536" cy="1166098"/>
          </a:xfrm>
          <a:prstGeom prst="roundRect">
            <a:avLst>
              <a:gd name="adj" fmla="val 5638"/>
            </a:avLst>
          </a:prstGeom>
          <a:solidFill>
            <a:srgbClr val="CFE2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55" y="3488412"/>
            <a:ext cx="195620" cy="156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6323" y="3465314"/>
            <a:ext cx="5911572" cy="7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"Elbow" Point:</a:t>
            </a:r>
            <a:r>
              <a:rPr lang="en-US" sz="12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The curve's inflection point where adding more clusters yields diminishing returns, indicating the optimal balance between model complexity and cluster quality.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5262" y="1916787"/>
            <a:ext cx="2930604" cy="29306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7807" y="6458545"/>
            <a:ext cx="13534787" cy="22860"/>
          </a:xfrm>
          <a:prstGeom prst="roundRect">
            <a:avLst>
              <a:gd name="adj" fmla="val 287598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184565" y="5988963"/>
            <a:ext cx="22860" cy="469582"/>
          </a:xfrm>
          <a:prstGeom prst="roundRect">
            <a:avLst>
              <a:gd name="adj" fmla="val 287598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019901" y="6282452"/>
            <a:ext cx="352187" cy="352187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078599" y="6311801"/>
            <a:ext cx="23479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217658" y="5243751"/>
            <a:ext cx="1956673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Plot WCSS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04255" y="5582007"/>
            <a:ext cx="4983599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Calculate for k = 1 to 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30622" y="6458545"/>
            <a:ext cx="22860" cy="469582"/>
          </a:xfrm>
          <a:prstGeom prst="roundRect">
            <a:avLst>
              <a:gd name="adj" fmla="val 287598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765959" y="6282452"/>
            <a:ext cx="352187" cy="352187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824657" y="6311801"/>
            <a:ext cx="23479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963716" y="7084576"/>
            <a:ext cx="1956673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Identify Elbow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450312" y="7422832"/>
            <a:ext cx="4983599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Find curve inflection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676680" y="5988963"/>
            <a:ext cx="22860" cy="469582"/>
          </a:xfrm>
          <a:prstGeom prst="roundRect">
            <a:avLst>
              <a:gd name="adj" fmla="val 287598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512016" y="6282452"/>
            <a:ext cx="352187" cy="352187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570714" y="6311801"/>
            <a:ext cx="23479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709773" y="5243751"/>
            <a:ext cx="1956673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Select k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196370" y="5582007"/>
            <a:ext cx="4983599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Choose optimal clusters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11422737" y="6458545"/>
            <a:ext cx="22860" cy="469582"/>
          </a:xfrm>
          <a:prstGeom prst="roundRect">
            <a:avLst>
              <a:gd name="adj" fmla="val 287598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11258074" y="6282452"/>
            <a:ext cx="352187" cy="352187"/>
          </a:xfrm>
          <a:prstGeom prst="roundRect">
            <a:avLst>
              <a:gd name="adj" fmla="val 186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11316772" y="6311801"/>
            <a:ext cx="23479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0455831" y="7084576"/>
            <a:ext cx="1956673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8942427" y="7422832"/>
            <a:ext cx="4983599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Verify with other metrics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3" y="601385"/>
            <a:ext cx="9711095" cy="68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Beyond Metrics: Practical Considerations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5453" y="1722358"/>
            <a:ext cx="13099494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Effective unsupervised learning evaluation transcends mathematical formulas. </a:t>
            </a:r>
            <a:r>
              <a:rPr lang="en-US" sz="17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Context, domain knowledge, and strategic metric combination</a:t>
            </a: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determine true model success.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5453" y="2668191"/>
            <a:ext cx="6440329" cy="2371011"/>
          </a:xfrm>
          <a:prstGeom prst="roundRect">
            <a:avLst>
              <a:gd name="adj" fmla="val 6171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4973" y="2668191"/>
            <a:ext cx="121920" cy="2371011"/>
          </a:xfrm>
          <a:prstGeom prst="roundRect">
            <a:avLst>
              <a:gd name="adj" fmla="val 7534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6091" y="2917388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Universal Solution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106091" y="3390305"/>
            <a:ext cx="5850493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Different datasets and objectives require different metrics. A metric that works well for compact, spherical clusters may fail for irregular shapes or varying densities.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4499" y="2668191"/>
            <a:ext cx="6440448" cy="2371011"/>
          </a:xfrm>
          <a:prstGeom prst="roundRect">
            <a:avLst>
              <a:gd name="adj" fmla="val 6171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94019" y="2668191"/>
            <a:ext cx="121920" cy="2371011"/>
          </a:xfrm>
          <a:prstGeom prst="roundRect">
            <a:avLst>
              <a:gd name="adj" fmla="val 7534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65137" y="2917388"/>
            <a:ext cx="2757488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Multi-Metric Validation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765137" y="3390305"/>
            <a:ext cx="5850612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 multiple evaluation approaches to build confidence. If Silhouette, Calinski-Harabasz, and domain validation all align, you likely have meaningful clusters.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5453" y="5257919"/>
            <a:ext cx="6440329" cy="2371011"/>
          </a:xfrm>
          <a:prstGeom prst="roundRect">
            <a:avLst>
              <a:gd name="adj" fmla="val 6171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4973" y="5257919"/>
            <a:ext cx="121920" cy="2371011"/>
          </a:xfrm>
          <a:prstGeom prst="roundRect">
            <a:avLst>
              <a:gd name="adj" fmla="val 7534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06091" y="5507117"/>
            <a:ext cx="2735699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Visualization is Critical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1106091" y="5980033"/>
            <a:ext cx="5850493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 dimensionality reduction (t-SNE, UMAP) to visually inspect clusters. Sometimes what looks good mathematically doesn't make intuitive sense—and vice versa.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4499" y="5257919"/>
            <a:ext cx="6440448" cy="2371011"/>
          </a:xfrm>
          <a:prstGeom prst="roundRect">
            <a:avLst>
              <a:gd name="adj" fmla="val 6171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94019" y="5257919"/>
            <a:ext cx="121920" cy="2371011"/>
          </a:xfrm>
          <a:prstGeom prst="roundRect">
            <a:avLst>
              <a:gd name="adj" fmla="val 7534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65137" y="5507117"/>
            <a:ext cx="3713798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Downstream Task Performance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7765137" y="5980033"/>
            <a:ext cx="5850612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ultimate test: do learned representations improve real-world applications? Use clustering results in classification, recommendation, or other tasks to validate practical utility.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394" y="604123"/>
            <a:ext cx="7104578" cy="603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Limitations &amp; Theoretical Insights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6394" y="1691045"/>
            <a:ext cx="3568541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Kleinberg's Impossibility Theorem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76394" y="2186226"/>
            <a:ext cx="6403062" cy="927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fundamental result in clustering theory proves that </a:t>
            </a: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single clustering algorithm can simultaneously satisfy three intuitive properties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 scale-invariance, consistency, and richness.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6394" y="3287316"/>
            <a:ext cx="6403062" cy="927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theorem reveals that perfect clustering evaluation is mathematically impossible—trade-offs are inevitable, and context determines which properties matter most for your application.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921" y="1398300"/>
            <a:ext cx="3188205" cy="31882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6394" y="4702352"/>
            <a:ext cx="13277612" cy="31671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76394" y="4951333"/>
            <a:ext cx="4296966" cy="2674025"/>
          </a:xfrm>
          <a:prstGeom prst="roundRect">
            <a:avLst>
              <a:gd name="adj" fmla="val 303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77253" y="5152192"/>
            <a:ext cx="241589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Metric Disagreement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77253" y="5569982"/>
            <a:ext cx="3895249" cy="185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Different metrics often provide conflicting recommendations. Silhouette might prefer fewer clusters while Calinski-Harabasz suggests more. This isn't a bug—it's a feature reflecting different notions of cluster quality.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166598" y="4951333"/>
            <a:ext cx="4297085" cy="2674025"/>
          </a:xfrm>
          <a:prstGeom prst="roundRect">
            <a:avLst>
              <a:gd name="adj" fmla="val 303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67457" y="5152192"/>
            <a:ext cx="241589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Context Dependency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367457" y="5569982"/>
            <a:ext cx="3895368" cy="154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Evaluation quality depends on data characteristics, cluster shapes, density variations, and application requirements. What works for customer segmentation may fail for anomaly detection.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656921" y="4951333"/>
            <a:ext cx="4297085" cy="2674025"/>
          </a:xfrm>
          <a:prstGeom prst="roundRect">
            <a:avLst>
              <a:gd name="adj" fmla="val 303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857780" y="5152192"/>
            <a:ext cx="241589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Active Research Area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857780" y="5569982"/>
            <a:ext cx="3895368" cy="154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Unsupervised evaluation remains at the frontier of machine learning research. New metrics, validation approaches, and theoretical frameworks continue to emerge.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100" y="554593"/>
            <a:ext cx="5910382" cy="541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Summary &amp; Recommendations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07100" y="1356717"/>
            <a:ext cx="390287" cy="390287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72167" y="1389281"/>
            <a:ext cx="260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70742" y="1416248"/>
            <a:ext cx="2168247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Metric Toolkit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70742" y="1791295"/>
            <a:ext cx="7366159" cy="55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Employ Silhouette Coefficient, Calinski-Harabasz Index, and Davies-Bouldin Index as your foundational evaluation suite. Each captures different aspects of cluster quality.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7100" y="2693194"/>
            <a:ext cx="390287" cy="390287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2167" y="2725757"/>
            <a:ext cx="260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70742" y="2752725"/>
            <a:ext cx="2418159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Optimal Cluster Selection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70742" y="3127772"/>
            <a:ext cx="7366159" cy="55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Apply the Elbow Method with WCSS to guide initial cluster count decisions, then validate with multiple metrics and domain expertise.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7100" y="4029670"/>
            <a:ext cx="390287" cy="390287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2167" y="4062234"/>
            <a:ext cx="260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70742" y="4089202"/>
            <a:ext cx="2168247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Validation Strategy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170742" y="4464248"/>
            <a:ext cx="7366159" cy="55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 quantitative metrics with qualitative domain knowledge, visualization, and downstream task performance for robust validation.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7100" y="5366147"/>
            <a:ext cx="390287" cy="390287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2167" y="5398710"/>
            <a:ext cx="26015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70742" y="5425678"/>
            <a:ext cx="2168247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Embrace Iteration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170742" y="5800725"/>
            <a:ext cx="7366159" cy="55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Treat evaluation as an iterative, exploratory process rather than seeking absolute answers. Experiment, validate, and refine based on your specific context.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07100" y="6637642"/>
            <a:ext cx="7929801" cy="29289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7100" y="6927056"/>
            <a:ext cx="5984438" cy="747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endParaRPr lang="en-US" sz="4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1093</Words>
  <Application>Microsoft Office PowerPoint</Application>
  <PresentationFormat>Custom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</cp:lastModifiedBy>
  <cp:revision>2</cp:revision>
  <dcterms:created xsi:type="dcterms:W3CDTF">2025-12-16T23:27:11Z</dcterms:created>
  <dcterms:modified xsi:type="dcterms:W3CDTF">2025-12-16T23:28:21Z</dcterms:modified>
</cp:coreProperties>
</file>